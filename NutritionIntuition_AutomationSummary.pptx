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B55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463040"/>
            <a:ext cx="1371600" cy="36576"/>
          </a:xfrm>
          <a:prstGeom prst="rect">
            <a:avLst/>
          </a:prstGeom>
          <a:solidFill>
            <a:srgbClr val="A3B55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INTUITION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Systems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Amber Barcellos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JJ Cavada  |  GuerrillaFi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client onboarding system that takes a new lead from intake form to personalized menu and consultation booking — with zero manual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92024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965960"/>
            <a:ext cx="192024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9659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965960"/>
            <a:ext cx="192024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965960"/>
            <a:ext cx="192024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148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</a:t>
            </a:r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SignWell</a:t>
            </a:r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Gmail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Automation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contact to consultation booking — fully automated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1417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1828800"/>
            <a:ext cx="640080" cy="64008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888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51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5780" y="3383280"/>
            <a:ext cx="1005840" cy="27432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246888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57400" y="1600200"/>
            <a:ext cx="1417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46020" y="1828800"/>
            <a:ext cx="640080" cy="64008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9888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2651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&amp; Signed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263140" y="3383280"/>
            <a:ext cx="1005840" cy="27432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17" name="Text 12"/>
          <p:cNvSpPr/>
          <p:nvPr/>
        </p:nvSpPr>
        <p:spPr>
          <a:xfrm>
            <a:off x="226314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246888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794760" y="1600200"/>
            <a:ext cx="1417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183380" y="1828800"/>
            <a:ext cx="640080" cy="640080"/>
          </a:xfrm>
          <a:prstGeom prst="ellipse">
            <a:avLst/>
          </a:prstGeom>
          <a:solidFill>
            <a:srgbClr val="5A7A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9888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2651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Setup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000500" y="3383280"/>
            <a:ext cx="1005840" cy="27432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24" name="Text 17"/>
          <p:cNvSpPr/>
          <p:nvPr/>
        </p:nvSpPr>
        <p:spPr>
          <a:xfrm>
            <a:off x="400050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660" y="246888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532120" y="1600200"/>
            <a:ext cx="1417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920740" y="1828800"/>
            <a:ext cx="640080" cy="640080"/>
          </a:xfrm>
          <a:prstGeom prst="ellipse">
            <a:avLst/>
          </a:prstGeom>
          <a:solidFill>
            <a:srgbClr val="4A6A20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98882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23560" y="2651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5737860" y="3383280"/>
            <a:ext cx="1005840" cy="27432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31" name="Text 22"/>
          <p:cNvSpPr/>
          <p:nvPr/>
        </p:nvSpPr>
        <p:spPr>
          <a:xfrm>
            <a:off x="573786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2468880"/>
            <a:ext cx="182880" cy="1828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269480" y="1600200"/>
            <a:ext cx="1417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658100" y="1828800"/>
            <a:ext cx="640080" cy="640080"/>
          </a:xfrm>
          <a:prstGeom prst="ellipse">
            <a:avLst/>
          </a:prstGeom>
          <a:solidFill>
            <a:srgbClr val="3D4A1E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198882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360920" y="26517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Sent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7475220" y="3383280"/>
            <a:ext cx="1005840" cy="27432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38" name="Text 27"/>
          <p:cNvSpPr/>
          <p:nvPr/>
        </p:nvSpPr>
        <p:spPr>
          <a:xfrm>
            <a:off x="747522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40" name="Text 29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Automation Summary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640080" cy="64008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97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INTAKE FORM + WELCOME PACKAGE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Automatically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fills out Google Intake Form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created in GoHighLevel CRM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created in Client Onboarding pipeline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intake data stored as CRM note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Agreement sent via SignWell for e-signature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tagged: intake_received, new_lead, agreement_sent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 Data Captured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6916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address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members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protocol &amp; restrictions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Allergies, sensitivities, aversions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preferences (meat, poultry, seafood)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by category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Grains, dairy, fruits, beans, nuts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Herbs, sauces, spice level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interests &amp; favorite meals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2860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executions  |  Scenario #4082106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Phase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640080" cy="64008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97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AGREEMENT SIGNED + QB SETUP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Automatically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SignWell detects agreement was signed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matching contact in GoHighLevel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customer in QuickBooks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pipeline stage automatically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payment preference (Card / Zelle / Venmo)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triggers Phase 3 (AI Menu)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Preference Capture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645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e-signature, clients select their preferred payment method. Tagged automatically in GHL as payment_card, payment_zelle, or payment_venmo.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2860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 executions  |  Scenario #4071952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Phase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"/>
            <a:ext cx="640080" cy="64008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97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AI-POWERED MENU GENERATOR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OpenAI (GPT-4o) to create a personalized Chef's Briefing and 15-item menu for every new client, based on their complete intake data.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691640"/>
            <a:ext cx="365760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Chef's Briefing (4 Sections)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194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Requirements &amp; Restrictions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Preferences Summary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Style Recommendations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Considerations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6916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691640"/>
            <a:ext cx="3840480" cy="54864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15-Item Menu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194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client's preferred ingredients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ALL dietary restrictions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breakfast, lunch, dinner, snacks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validation checklist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GHL + emailed to you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executions  |  Scenario #4082143  |  GPT-4o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Phase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AUTOMATIONS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25603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80160"/>
            <a:ext cx="502920" cy="50292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Consultation Invite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 menu is generated, client automatically receives a branded email with a booking link to schedule a 15-minute consultation with Amber.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domain: book.aznutritionintuition.shop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05840" y="3154680"/>
            <a:ext cx="1097280" cy="22860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154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097280"/>
            <a:ext cx="73152" cy="1463040"/>
          </a:xfrm>
          <a:prstGeom prst="rect">
            <a:avLst/>
          </a:prstGeom>
          <a:solidFill>
            <a:srgbClr val="B5C98E"/>
          </a:solidFill>
          <a:ln/>
        </p:spPr>
      </p:sp>
      <p:sp>
        <p:nvSpPr>
          <p:cNvPr id="15" name="Shape 12"/>
          <p:cNvSpPr/>
          <p:nvPr/>
        </p:nvSpPr>
        <p:spPr>
          <a:xfrm>
            <a:off x="5120640" y="1280160"/>
            <a:ext cx="502920" cy="502920"/>
          </a:xfrm>
          <a:prstGeom prst="ellipse">
            <a:avLst/>
          </a:prstGeom>
          <a:solidFill>
            <a:srgbClr val="7B8F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716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607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9: Contractor Onboarding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66360" y="1828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QuickBooks vendor, sends contractor agreement via SignWell, emails handbook + W9 link.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8862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886200"/>
            <a:ext cx="73152" cy="548640"/>
          </a:xfrm>
          <a:prstGeom prst="rect">
            <a:avLst/>
          </a:prstGeom>
          <a:solidFill>
            <a:srgbClr val="A3B55D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 Domain Setup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291840" y="3886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book.aznutritionintuition.shop so all booking, reschedule, and cancel links show your brand — not the agency domain.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Additional Automations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4A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GHL PIPELINE &amp; TAGGING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Pipeline — 10 Stages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554480" cy="685800"/>
          </a:xfrm>
          <a:prstGeom prst="rect">
            <a:avLst/>
          </a:prstGeom>
          <a:solidFill>
            <a:srgbClr val="7B8F3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508760"/>
            <a:ext cx="1554480" cy="685800"/>
          </a:xfrm>
          <a:prstGeom prst="rect">
            <a:avLst/>
          </a:prstGeom>
          <a:solidFill>
            <a:srgbClr val="7B8F3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Signed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1554480" cy="685800"/>
          </a:xfrm>
          <a:prstGeom prst="rect">
            <a:avLst/>
          </a:prstGeom>
          <a:solidFill>
            <a:srgbClr val="7B8F3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 Card Link Sent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508760"/>
            <a:ext cx="1554480" cy="685800"/>
          </a:xfrm>
          <a:prstGeom prst="rect">
            <a:avLst/>
          </a:prstGeom>
          <a:solidFill>
            <a:srgbClr val="7B8F3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Menu Generated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508760"/>
            <a:ext cx="1554480" cy="685800"/>
          </a:xfrm>
          <a:prstGeom prst="rect">
            <a:avLst/>
          </a:prstGeom>
          <a:solidFill>
            <a:srgbClr val="7B8F3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Scheduled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1554480" cy="685800"/>
          </a:xfrm>
          <a:prstGeom prst="rect">
            <a:avLst/>
          </a:prstGeom>
          <a:solidFill>
            <a:srgbClr val="9B9B8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2423160"/>
            <a:ext cx="1554480" cy="685800"/>
          </a:xfrm>
          <a:prstGeom prst="rect">
            <a:avLst/>
          </a:prstGeom>
          <a:solidFill>
            <a:srgbClr val="9B9B8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4884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&amp; Greet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2423160"/>
            <a:ext cx="1554480" cy="685800"/>
          </a:xfrm>
          <a:prstGeom prst="rect">
            <a:avLst/>
          </a:prstGeom>
          <a:solidFill>
            <a:srgbClr val="9B9B8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7764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Sent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423160"/>
            <a:ext cx="1554480" cy="685800"/>
          </a:xfrm>
          <a:prstGeom prst="rect">
            <a:avLst/>
          </a:prstGeom>
          <a:solidFill>
            <a:srgbClr val="9B9B8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3212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QB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423160"/>
            <a:ext cx="1554480" cy="685800"/>
          </a:xfrm>
          <a:prstGeom prst="rect">
            <a:avLst/>
          </a:prstGeom>
          <a:solidFill>
            <a:srgbClr val="9B9B8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03120" y="3520440"/>
            <a:ext cx="228600" cy="228600"/>
          </a:xfrm>
          <a:prstGeom prst="rect">
            <a:avLst/>
          </a:prstGeom>
          <a:solidFill>
            <a:srgbClr val="9B9B8E"/>
          </a:solidFill>
          <a:ln/>
        </p:spPr>
      </p:sp>
      <p:sp>
        <p:nvSpPr>
          <p:cNvPr id="38" name="Text 36"/>
          <p:cNvSpPr/>
          <p:nvPr/>
        </p:nvSpPr>
        <p:spPr>
          <a:xfrm>
            <a:off x="2423160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Future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Tagging System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intake_received  |  new_lead  |  agreement_sent  |  agreement_signed  |  make_processed  |  qb_customer_created  |  card_link_sent  |  payment_card  |  payment_zelle  |  payment_venmo  |  ai_menu_generated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CRM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4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B55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1371600" cy="36576"/>
          </a:xfrm>
          <a:prstGeom prst="rect">
            <a:avLst/>
          </a:prstGeom>
          <a:solidFill>
            <a:srgbClr val="A3B55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automation system is live and working.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5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Scenarios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889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5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2,920+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889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Executions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5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 min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5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037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care by JJ Cavada  |  GuerrillaFi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B8F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Intuition  |  Automation Summary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Intuition - Automation Summary</dc:title>
  <dc:subject>PptxGenJS Presentation</dc:subject>
  <dc:creator>JJ Cavada / GuerrillaFi</dc:creator>
  <cp:lastModifiedBy>JJ Cavada / GuerrillaFi</cp:lastModifiedBy>
  <cp:revision>1</cp:revision>
  <dcterms:created xsi:type="dcterms:W3CDTF">2026-03-16T09:57:23Z</dcterms:created>
  <dcterms:modified xsi:type="dcterms:W3CDTF">2026-03-16T09:57:23Z</dcterms:modified>
</cp:coreProperties>
</file>